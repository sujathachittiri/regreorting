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-11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dirty="0"/>
              <a:t>Intelligent Data Quality Monitoring using</a:t>
            </a:r>
          </a:p>
          <a:p>
            <a:r>
              <a:rPr dirty="0"/>
              <a:t>Machine Learning for Regulatory Reporting </a:t>
            </a:r>
            <a:r>
              <a:rPr dirty="0" smtClean="0"/>
              <a:t>Systems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2974529"/>
            <a:ext cx="7406640" cy="1752600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Sujatha Chittiri | BITS ID: 2023AC05729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M.Tech AI &amp; ML (WILP)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HSBC Global Technologies, Hyderabad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Research Area: Financial Risk Analytics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t>Introduction / Problem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Regulatory </a:t>
            </a:r>
            <a:r>
              <a:rPr dirty="0"/>
              <a:t>submissions (PRA, ECB, HKMA) demand high-quality, consistent, traceable data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Data </a:t>
            </a:r>
            <a:r>
              <a:rPr dirty="0"/>
              <a:t>comes from multiple systems → errors likely (missing values, outliers, inconsistencies)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Rule-based </a:t>
            </a:r>
            <a:r>
              <a:rPr dirty="0"/>
              <a:t>checks are limited and miss hidden patterns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Need </a:t>
            </a:r>
            <a:r>
              <a:rPr dirty="0"/>
              <a:t>proactive, intelligent ML-driven monitoring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Traditional rule-based validation is</a:t>
            </a:r>
            <a:r>
              <a:rPr dirty="0" smtClean="0"/>
              <a:t>:</a:t>
            </a:r>
            <a:r>
              <a:rPr lang="en-US" dirty="0" smtClean="0"/>
              <a:t> 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dirty="0" smtClean="0"/>
              <a:t>Time-consuming</a:t>
            </a:r>
            <a:r>
              <a:rPr lang="en-US" dirty="0" smtClean="0"/>
              <a:t>  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dirty="0" smtClean="0"/>
              <a:t>Not </a:t>
            </a:r>
            <a:r>
              <a:rPr dirty="0"/>
              <a:t>scalable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Unable </a:t>
            </a:r>
            <a:r>
              <a:rPr dirty="0"/>
              <a:t>to detect complex or hidden </a:t>
            </a:r>
            <a:r>
              <a:rPr dirty="0" smtClean="0"/>
              <a:t>anomalies</a:t>
            </a:r>
            <a:endParaRPr lang="en-US" dirty="0" smtClean="0"/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dirty="0" smtClean="0"/>
              <a:t>Leads </a:t>
            </a:r>
            <a:r>
              <a:rPr dirty="0"/>
              <a:t>to compliance risk and reporting delays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Develop </a:t>
            </a:r>
            <a:r>
              <a:rPr dirty="0"/>
              <a:t>ML models (Isolation Forest, Autoencoder)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Detect </a:t>
            </a:r>
            <a:r>
              <a:rPr dirty="0"/>
              <a:t>data-quality issues automatically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Use </a:t>
            </a:r>
            <a:r>
              <a:rPr dirty="0"/>
              <a:t>SHAP for explainability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Build </a:t>
            </a:r>
            <a:r>
              <a:rPr dirty="0"/>
              <a:t>Streamlit dashboard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Implement </a:t>
            </a:r>
            <a:r>
              <a:rPr dirty="0"/>
              <a:t>reproducible pipeline in Colab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t>Scope of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In Scope</a:t>
            </a:r>
            <a:r>
              <a:rPr dirty="0" smtClean="0"/>
              <a:t>:</a:t>
            </a:r>
            <a:r>
              <a:rPr lang="en-US" dirty="0" smtClean="0"/>
              <a:t>  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dirty="0" smtClean="0"/>
              <a:t>Data profiling</a:t>
            </a:r>
            <a:r>
              <a:rPr lang="en-US" dirty="0" smtClean="0"/>
              <a:t>  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dirty="0" smtClean="0"/>
              <a:t>Model development</a:t>
            </a:r>
            <a:r>
              <a:rPr lang="en-US" dirty="0" smtClean="0"/>
              <a:t> 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dirty="0" smtClean="0"/>
              <a:t>Explainability integration</a:t>
            </a:r>
            <a:r>
              <a:rPr lang="en-US" dirty="0" smtClean="0"/>
              <a:t>  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dirty="0" smtClean="0"/>
              <a:t>Dashboard</a:t>
            </a: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Out of Scope</a:t>
            </a:r>
            <a:r>
              <a:rPr dirty="0" smtClean="0"/>
              <a:t>:</a:t>
            </a:r>
            <a:r>
              <a:rPr lang="en-US" dirty="0" smtClean="0"/>
              <a:t>  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dirty="0" smtClean="0"/>
              <a:t>Production deployment</a:t>
            </a:r>
            <a:r>
              <a:rPr lang="en-US" dirty="0" smtClean="0"/>
              <a:t>  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dirty="0" smtClean="0"/>
              <a:t>Real </a:t>
            </a:r>
            <a:r>
              <a:rPr dirty="0"/>
              <a:t>HSBC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t>Solution Architecture</a:t>
            </a:r>
          </a:p>
        </p:txBody>
      </p:sp>
      <p:pic>
        <p:nvPicPr>
          <p:cNvPr id="3" name="Picture 2" descr="A_flowchart_diagram_in_digital_2D_illustration_s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608" y="1223317"/>
            <a:ext cx="6571570" cy="54122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t>ML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Isolation </a:t>
            </a:r>
            <a:r>
              <a:rPr dirty="0"/>
              <a:t>Forest – detects outliers efficiently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Autoencoder </a:t>
            </a:r>
            <a:r>
              <a:rPr dirty="0"/>
              <a:t>– deep learning for pattern learning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Unsupervised </a:t>
            </a:r>
            <a:r>
              <a:rPr dirty="0"/>
              <a:t>learning ideal for unlabeled regulatory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t>Explainable AI (XAI)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SHAP explains anomaly reasons such as</a:t>
            </a:r>
            <a:r>
              <a:rPr dirty="0" smtClean="0"/>
              <a:t>:</a:t>
            </a:r>
            <a:endParaRPr lang="en-US" dirty="0" smtClean="0"/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dirty="0" smtClean="0"/>
              <a:t>High </a:t>
            </a:r>
            <a:r>
              <a:rPr dirty="0"/>
              <a:t>exposure </a:t>
            </a:r>
            <a:r>
              <a:rPr dirty="0" smtClean="0"/>
              <a:t>values</a:t>
            </a:r>
            <a:r>
              <a:rPr lang="en-US" dirty="0" smtClean="0"/>
              <a:t> </a:t>
            </a:r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dirty="0" smtClean="0"/>
              <a:t>Currency mismatches</a:t>
            </a:r>
            <a:endParaRPr lang="en-US" dirty="0" smtClean="0"/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dirty="0" smtClean="0"/>
              <a:t>Abnormal </a:t>
            </a:r>
            <a:r>
              <a:rPr dirty="0"/>
              <a:t>risk </a:t>
            </a:r>
            <a:r>
              <a:rPr dirty="0" smtClean="0"/>
              <a:t>weights</a:t>
            </a:r>
            <a:endParaRPr lang="en-US" dirty="0" smtClean="0"/>
          </a:p>
          <a:p>
            <a:pPr lvl="1">
              <a:defRPr sz="2000">
                <a:solidFill>
                  <a:srgbClr val="323232"/>
                </a:solidFill>
              </a:defRPr>
            </a:pPr>
            <a:r>
              <a:rPr dirty="0" smtClean="0"/>
              <a:t>Inconsistent </a:t>
            </a:r>
            <a:r>
              <a:rPr dirty="0"/>
              <a:t>patterns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dirty="0"/>
              <a:t>Dashboard Design (Mock)</a:t>
            </a:r>
          </a:p>
        </p:txBody>
      </p:sp>
      <p:pic>
        <p:nvPicPr>
          <p:cNvPr id="3" name="Picture 2" descr="A_digital_dashboard_dashboard_interface_displays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319" y="1097280"/>
            <a:ext cx="7315200" cy="4876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Design (Mock)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351" y="1602646"/>
            <a:ext cx="4782065" cy="5018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107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Python</a:t>
            </a:r>
            <a:r>
              <a:rPr dirty="0"/>
              <a:t>, Pandas, </a:t>
            </a:r>
            <a:r>
              <a:rPr dirty="0" err="1"/>
              <a:t>NumPy</a:t>
            </a: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err="1" smtClean="0"/>
              <a:t>Scikit</a:t>
            </a:r>
            <a:r>
              <a:rPr dirty="0" smtClean="0"/>
              <a:t>-Learn</a:t>
            </a:r>
            <a:r>
              <a:rPr dirty="0"/>
              <a:t>, </a:t>
            </a:r>
            <a:r>
              <a:rPr dirty="0" err="1"/>
              <a:t>TensorFlow</a:t>
            </a: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SHAP </a:t>
            </a:r>
            <a:r>
              <a:rPr dirty="0"/>
              <a:t>Explainability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Streamlit</a:t>
            </a: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Google </a:t>
            </a:r>
            <a:r>
              <a:rPr dirty="0"/>
              <a:t>Colab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GitHub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Early </a:t>
            </a:r>
            <a:r>
              <a:rPr dirty="0"/>
              <a:t>detection of data issues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Reduced </a:t>
            </a:r>
            <a:r>
              <a:rPr dirty="0"/>
              <a:t>manual workload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Explainable </a:t>
            </a:r>
            <a:r>
              <a:rPr dirty="0"/>
              <a:t>anomaly detection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Improved </a:t>
            </a:r>
            <a:r>
              <a:rPr dirty="0"/>
              <a:t>reporting accuracy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 smtClean="0"/>
              <a:t>Scalable </a:t>
            </a:r>
            <a:r>
              <a:rPr dirty="0"/>
              <a:t>AI-driven framework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This project integrates ML, XAI, and monitoring dashboards </a:t>
            </a:r>
            <a:r>
              <a:rPr dirty="0" smtClean="0"/>
              <a:t>to</a:t>
            </a:r>
            <a:r>
              <a:rPr lang="en-US" dirty="0" smtClean="0"/>
              <a:t> </a:t>
            </a:r>
            <a:r>
              <a:rPr dirty="0" smtClean="0"/>
              <a:t>improve </a:t>
            </a:r>
            <a:r>
              <a:rPr dirty="0"/>
              <a:t>data quality for regulatory reporting and </a:t>
            </a:r>
            <a:r>
              <a:rPr dirty="0" smtClean="0"/>
              <a:t>reduce</a:t>
            </a:r>
            <a:r>
              <a:rPr lang="en-US" dirty="0" smtClean="0"/>
              <a:t> </a:t>
            </a:r>
            <a:r>
              <a:rPr dirty="0" smtClean="0"/>
              <a:t>compliance </a:t>
            </a:r>
            <a:r>
              <a:rPr dirty="0"/>
              <a:t>risk in financial institutions.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2850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3093</TotalTime>
  <Words>281</Words>
  <Application>Microsoft Office PowerPoint</Application>
  <PresentationFormat>On-screen Show (4:3)</PresentationFormat>
  <Paragraphs>63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Solstice</vt:lpstr>
      <vt:lpstr>Intelligent Data Quality Monitoring using Machine Learning for Regulatory Reporting Systems</vt:lpstr>
      <vt:lpstr>Introduction / Problem Context</vt:lpstr>
      <vt:lpstr>Problem Statement</vt:lpstr>
      <vt:lpstr>Objectives</vt:lpstr>
      <vt:lpstr>Scope of Work</vt:lpstr>
      <vt:lpstr>Solution Architecture</vt:lpstr>
      <vt:lpstr>ML Models Used</vt:lpstr>
      <vt:lpstr>Explainable AI (XAI)</vt:lpstr>
      <vt:lpstr>Dashboard Design (Mock)</vt:lpstr>
      <vt:lpstr>Dashboard Design (Mock)</vt:lpstr>
      <vt:lpstr>Tools &amp; Technologies</vt:lpstr>
      <vt:lpstr>Expected Outcomes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Data Quality Monitoring using Machine Learning for Regulatory Reporting Systems</dc:title>
  <dc:subject/>
  <dc:creator/>
  <cp:keywords/>
  <dc:description>generated using python-pptx</dc:description>
  <cp:lastModifiedBy>DELL`</cp:lastModifiedBy>
  <cp:revision>8</cp:revision>
  <dcterms:created xsi:type="dcterms:W3CDTF">2013-01-27T09:14:16Z</dcterms:created>
  <dcterms:modified xsi:type="dcterms:W3CDTF">2025-11-22T13:39:23Z</dcterms:modified>
  <cp:category/>
</cp:coreProperties>
</file>